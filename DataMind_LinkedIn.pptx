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088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075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andruEmil?tab=repositori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A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457200"/>
            <a:ext cx="4114800" cy="3200400"/>
          </a:xfrm>
          <a:prstGeom prst="ellipse">
            <a:avLst/>
          </a:prstGeom>
          <a:solidFill>
            <a:srgbClr val="00C48C">
              <a:alpha val="12000"/>
            </a:srgbClr>
          </a:solidFill>
          <a:ln w="12700">
            <a:solidFill>
              <a:srgbClr val="00C48C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097280"/>
            <a:ext cx="2743200" cy="2286000"/>
          </a:xfrm>
          <a:prstGeom prst="ellipse">
            <a:avLst/>
          </a:prstGeom>
          <a:solidFill>
            <a:srgbClr val="6C4FF0">
              <a:alpha val="15000"/>
            </a:srgbClr>
          </a:solidFill>
          <a:ln w="12700">
            <a:solidFill>
              <a:srgbClr val="6C4FF0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822960"/>
            <a:ext cx="1645920" cy="274320"/>
          </a:xfrm>
          <a:prstGeom prst="rect">
            <a:avLst/>
          </a:prstGeom>
          <a:solidFill>
            <a:srgbClr val="00C48C">
              <a:alpha val="20000"/>
            </a:srgbClr>
          </a:solidFill>
          <a:ln w="12700">
            <a:solidFill>
              <a:srgbClr val="00C48C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822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48C"/>
                </a:solidFill>
              </a:rPr>
              <a:t>PORTFOLIO PROJECT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640" y="1234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54864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C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54864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Data Analyst Web App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CSVs · Ask questions in plain English · Get instant charts, SQL &amp; insights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737360" cy="82296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931920"/>
            <a:ext cx="1737360" cy="82296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560320" y="4343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Model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931920"/>
            <a:ext cx="1737360" cy="82296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Excel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0" y="4343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Support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4160520"/>
            <a:ext cx="1051560" cy="292608"/>
          </a:xfrm>
          <a:prstGeom prst="rect">
            <a:avLst/>
          </a:prstGeom>
          <a:solidFill>
            <a:srgbClr val="6C4FF0">
              <a:alpha val="20000"/>
            </a:srgbClr>
          </a:solidFill>
          <a:ln w="12700">
            <a:solidFill>
              <a:srgbClr val="6C4FF0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1605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818120" y="4160520"/>
            <a:ext cx="1051560" cy="292608"/>
          </a:xfrm>
          <a:prstGeom prst="rect">
            <a:avLst/>
          </a:prstGeom>
          <a:solidFill>
            <a:srgbClr val="6C4FF0">
              <a:alpha val="20000"/>
            </a:srgbClr>
          </a:solidFill>
          <a:ln w="12700">
            <a:solidFill>
              <a:srgbClr val="6C4FF0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41605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75120" y="4544568"/>
            <a:ext cx="1051560" cy="292608"/>
          </a:xfrm>
          <a:prstGeom prst="rect">
            <a:avLst/>
          </a:prstGeom>
          <a:solidFill>
            <a:srgbClr val="6C4FF0">
              <a:alpha val="20000"/>
            </a:srgbClr>
          </a:solidFill>
          <a:ln w="12700">
            <a:solidFill>
              <a:srgbClr val="6C4FF0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4544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818120" y="4544568"/>
            <a:ext cx="1051560" cy="292608"/>
          </a:xfrm>
          <a:prstGeom prst="rect">
            <a:avLst/>
          </a:prstGeom>
          <a:solidFill>
            <a:srgbClr val="6C4FF0">
              <a:alpha val="20000"/>
            </a:srgbClr>
          </a:solidFill>
          <a:ln w="12700">
            <a:solidFill>
              <a:srgbClr val="6C4FF0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4544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PapaParse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is hard without technical skills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474720" cy="530352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Most people can't write SQL or 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3474720" cy="530352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957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Excel has limits with large datasets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54096"/>
            <a:ext cx="3474720" cy="530352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5409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Insights take hours, not seconds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3474720" cy="530352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1246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BI tools like Tableau cost thousands/year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8686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DataMind: ask your data anything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530352" cy="530352"/>
          </a:xfrm>
          <a:prstGeom prst="rect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85232" y="1737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85232" y="2011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or Python needed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530352" cy="530352"/>
          </a:xfrm>
          <a:prstGeom prst="rect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85232" y="2395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85232" y="2670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insights in seconds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054096"/>
            <a:ext cx="530352" cy="530352"/>
          </a:xfrm>
          <a:prstGeom prst="rect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054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85232" y="3054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5232" y="33284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Groq's free API tier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712464"/>
            <a:ext cx="530352" cy="530352"/>
          </a:xfrm>
          <a:prstGeom prst="rect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7124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85232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&amp; Excel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3986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spreadsheet file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data analyst needs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64592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265176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71600"/>
            <a:ext cx="457200" cy="457200"/>
          </a:xfrm>
          <a:prstGeom prst="ellipse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272" y="13898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CSV or Excel files. Auto-detects columns and data types instantly.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51760" cy="164592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88720"/>
            <a:ext cx="2651760" cy="54864"/>
          </a:xfrm>
          <a:prstGeom prst="rect">
            <a:avLst/>
          </a:prstGeom>
          <a:solidFill>
            <a:srgbClr val="6C4FF0"/>
          </a:solidFill>
          <a:ln w="12700">
            <a:solidFill>
              <a:srgbClr val="6C4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371600"/>
            <a:ext cx="457200" cy="457200"/>
          </a:xfrm>
          <a:prstGeom prst="ellipse">
            <a:avLst/>
          </a:prstGeom>
          <a:solidFill>
            <a:srgbClr val="6C4FF0">
              <a:alpha val="25000"/>
            </a:srgbClr>
          </a:solidFill>
          <a:ln w="12700">
            <a:solidFill>
              <a:srgbClr val="6C4FF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13632" y="13898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Q&amp;A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193852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English. Powered by LLaMA 3.3 70B via Groq's free API.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164592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371600"/>
            <a:ext cx="457200" cy="457200"/>
          </a:xfrm>
          <a:prstGeom prst="ellipse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93992" y="13898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Charts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45352" y="193852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and pie charts generated automatically. Switch types with one click.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2651760" cy="164592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651760" cy="54864"/>
          </a:xfrm>
          <a:prstGeom prst="rect">
            <a:avLst/>
          </a:prstGeom>
          <a:solidFill>
            <a:srgbClr val="6C4FF0"/>
          </a:solidFill>
          <a:ln w="12700">
            <a:solidFill>
              <a:srgbClr val="6C4F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" y="3200400"/>
            <a:ext cx="457200" cy="457200"/>
          </a:xfrm>
          <a:prstGeom prst="ellipse">
            <a:avLst/>
          </a:prstGeom>
          <a:solidFill>
            <a:srgbClr val="6C4FF0">
              <a:alpha val="25000"/>
            </a:srgbClr>
          </a:solidFill>
          <a:ln w="12700">
            <a:solidFill>
              <a:srgbClr val="6C4FF0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3272" y="32186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376732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ready-to-run SQL queries for any question you ask.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017520"/>
            <a:ext cx="2651760" cy="164592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017520"/>
            <a:ext cx="265176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4992" y="3200400"/>
            <a:ext cx="457200" cy="457200"/>
          </a:xfrm>
          <a:prstGeom prst="ellipse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913632" y="32186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Code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64992" y="376732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Python/Pandas snippets you can copy directly into Jupyter.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3017520"/>
            <a:ext cx="2651760" cy="164592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3017520"/>
            <a:ext cx="2651760" cy="54864"/>
          </a:xfrm>
          <a:prstGeom prst="rect">
            <a:avLst/>
          </a:prstGeom>
          <a:solidFill>
            <a:srgbClr val="6C4FF0"/>
          </a:solidFill>
          <a:ln w="12700">
            <a:solidFill>
              <a:srgbClr val="6C4F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5352" y="3200400"/>
            <a:ext cx="457200" cy="457200"/>
          </a:xfrm>
          <a:prstGeom prst="ellipse">
            <a:avLst/>
          </a:prstGeom>
          <a:solidFill>
            <a:srgbClr val="6C4FF0">
              <a:alpha val="25000"/>
            </a:srgbClr>
          </a:solidFill>
          <a:ln w="12700">
            <a:solidFill>
              <a:srgbClr val="6C4FF0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93992" y="32186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Insights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45352" y="376732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highlighted in dedicated callout blocks for fast scanning.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4FF0"/>
          </a:solidFill>
          <a:ln w="12700">
            <a:solidFill>
              <a:srgbClr val="6C4F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C4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frontend — no server needed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146304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146304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819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47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Groq API (free)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LLaMA 3.3 70B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532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OpenAI-compatible SDK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77640" cy="146304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17520"/>
            <a:ext cx="64008" cy="1463040"/>
          </a:xfrm>
          <a:prstGeom prst="rect">
            <a:avLst/>
          </a:prstGeom>
          <a:solidFill>
            <a:srgbClr val="6C4FF0"/>
          </a:solidFill>
          <a:ln w="12700">
            <a:solidFill>
              <a:srgbClr val="6C4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82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547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PapaParse (CSV)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SheetJS (Excel)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1330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In-browser processing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417320"/>
            <a:ext cx="3977640" cy="146304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417320"/>
            <a:ext cx="64008" cy="146304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5819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947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Chart.js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240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Bar / Line / Pie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2532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chart switching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017520"/>
            <a:ext cx="3977640" cy="146304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17520"/>
            <a:ext cx="64008" cy="1463040"/>
          </a:xfrm>
          <a:prstGeom prst="rect">
            <a:avLst/>
          </a:prstGeom>
          <a:solidFill>
            <a:srgbClr val="6C4FF0"/>
          </a:solidFill>
          <a:ln w="12700">
            <a:solidFill>
              <a:srgbClr val="6C4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182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547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Vanilla HTML + JS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framework needed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41330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Single-file app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00C48C">
              <a:alpha val="12000"/>
            </a:srgbClr>
          </a:solidFill>
          <a:ln w="12700">
            <a:solidFill>
              <a:srgbClr val="00C48C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backend — deployable as a single HTML file on any static host (GitHub Pages, Netlify, Vercel)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insight in 3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685800" cy="685800"/>
          </a:xfrm>
          <a:prstGeom prst="rect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any CSV or Excel file. DataMind instantly parses all rows and columns, detects numeric fields, and auto-generates a preview chart.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5528" y="2084832"/>
            <a:ext cx="0" cy="384048"/>
          </a:xfrm>
          <a:prstGeom prst="line">
            <a:avLst/>
          </a:prstGeom>
          <a:noFill/>
          <a:ln w="12700">
            <a:solidFill>
              <a:srgbClr val="00C48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496312"/>
            <a:ext cx="685800" cy="685800"/>
          </a:xfrm>
          <a:prstGeom prst="rect">
            <a:avLst/>
          </a:prstGeom>
          <a:solidFill>
            <a:srgbClr val="6C4FF0">
              <a:alpha val="25000"/>
            </a:srgbClr>
          </a:solidFill>
          <a:ln w="12700">
            <a:solidFill>
              <a:srgbClr val="6C4FF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963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4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532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862072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question — "What are the top trends?", "Which region has the highest sales?", or "Generate SQL for the top 10 customers." No technical knowledge required.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" y="3319272"/>
            <a:ext cx="0" cy="384048"/>
          </a:xfrm>
          <a:prstGeom prst="line">
            <a:avLst/>
          </a:prstGeom>
          <a:noFill/>
          <a:ln w="12700">
            <a:solidFill>
              <a:srgbClr val="6C4F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730752"/>
            <a:ext cx="685800" cy="685800"/>
          </a:xfrm>
          <a:prstGeom prst="rect">
            <a:avLst/>
          </a:prstGeom>
          <a:solidFill>
            <a:srgbClr val="00C48C">
              <a:alpha val="25000"/>
            </a:srgbClr>
          </a:solidFill>
          <a:ln w="12700">
            <a:solidFill>
              <a:srgbClr val="00C48C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307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Insights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096512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responds with charts, key insights highlighted in callout blocks, generated SQL or Pandas code, and a clear explanation — all in under 3 seconds.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demonstrates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828800" cy="109728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tier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828800" cy="109728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98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755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984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query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1828800" cy="109728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298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1755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Tested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984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1234440"/>
            <a:ext cx="1828800" cy="109728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298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File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29400" y="1755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984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needed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3977640" cy="77724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3383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 third-party AI API with proper auth, error handling, and streaming responses.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3977640" cy="77724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6C4FF0"/>
          </a:solidFill>
          <a:ln w="12700">
            <a:solidFill>
              <a:srgbClr val="6C4F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4297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browser-side data pipeline: file parsing, type detection, transformation, and charting.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017520"/>
            <a:ext cx="3977640" cy="77724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017520"/>
            <a:ext cx="54864" cy="77724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01768" y="3383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UX for non-technical users — quick prompts, auto-charts, clear output formatting.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931920"/>
            <a:ext cx="3977640" cy="77724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931920"/>
            <a:ext cx="54864" cy="777240"/>
          </a:xfrm>
          <a:prstGeom prst="rect">
            <a:avLst/>
          </a:prstGeom>
          <a:solidFill>
            <a:srgbClr val="6C4FF0"/>
          </a:solidFill>
          <a:ln w="12700">
            <a:solidFill>
              <a:srgbClr val="6C4F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Awareness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01768" y="4297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production-ready app with zero backend, deployable to any static host in minutes.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00C48C">
              <a:alpha val="7000"/>
            </a:srgbClr>
          </a:solidFill>
          <a:ln w="12700">
            <a:solidFill>
              <a:srgbClr val="00C48C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10869" y="891541"/>
            <a:ext cx="5486400" cy="5486400"/>
          </a:xfrm>
          <a:prstGeom prst="ellipse">
            <a:avLst/>
          </a:prstGeom>
          <a:solidFill>
            <a:srgbClr val="6C4FF0">
              <a:alpha val="10000"/>
            </a:srgbClr>
          </a:solidFill>
          <a:ln w="12700">
            <a:solidFill>
              <a:srgbClr val="6C4FF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see it in action?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15727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DataMind is open-source, free to use, and runs entirely in your browser.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54864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 </a:t>
            </a:r>
            <a:r>
              <a:rPr lang="en-US" sz="13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r>
              <a:rPr lang="en-US" sz="13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2971800"/>
            <a:ext cx="457200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Looking For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493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Analyst  ·  BI Developer  ·  Data Engineer  ·  Junior Data Scientist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2651760" cy="41148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69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alexmanole99@yahoo.com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4069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5785" y="4069080"/>
            <a:ext cx="3131563" cy="411480"/>
          </a:xfrm>
          <a:prstGeom prst="rect">
            <a:avLst/>
          </a:prstGeom>
          <a:solidFill>
            <a:srgbClr val="14142A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633" y="4000499"/>
            <a:ext cx="3107933" cy="548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https://github.com/AlexandruEmil?tab=repositories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DataMind — AI Data Analyst  ·  Portfolio Project  ·  Built with Groq API + Chart.js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634</Words>
  <Application>Microsoft Office PowerPoint</Application>
  <PresentationFormat>On-screen Show (16:9)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DataMind — AI Data Analyst</dc:title>
  <dc:subject>PptxGenJS Presentation</dc:subject>
  <dc:creator>Portfolio Project</dc:creator>
  <cp:lastModifiedBy>Alex Manole</cp:lastModifiedBy>
  <cp:revision>2</cp:revision>
  <dcterms:created xsi:type="dcterms:W3CDTF">2026-03-23T10:29:40Z</dcterms:created>
  <dcterms:modified xsi:type="dcterms:W3CDTF">2026-03-23T10:36:50Z</dcterms:modified>
</cp:coreProperties>
</file>